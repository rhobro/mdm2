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104" d="100"/>
          <a:sy n="104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EAEA6-FC0E-DE57-AAB7-FC5B716D3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1EDAC-3725-75F2-FFED-095F8F7E5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4EC20-9715-76F4-3C46-FCED3962C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70D1-D0DF-DF40-A524-57EC8209BD1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63DAA-7B82-BDCA-608E-297FA594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4531C-B671-4CC9-D92B-8ACB825C7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0747-60CA-D24F-ADA6-0C3BF0883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37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ECC5-6F7D-6053-5C68-F97B49180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982A4-F686-A9A7-5F3B-48D0384E4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487D2-95D2-77DC-4030-B079F874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70D1-D0DF-DF40-A524-57EC8209BD1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65CF5-7FFE-1F31-7821-9D899D22A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13F1D-EB30-FA94-B444-F27DA7AF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0747-60CA-D24F-ADA6-0C3BF0883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6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BCB6F-5668-2067-E39E-32F22D94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D4066-2003-33DB-D800-32CA0842F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097E3-FCA2-EE9D-D1FE-A1188B15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70D1-D0DF-DF40-A524-57EC8209BD1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E0F4D-60E1-6A55-787B-8821C1F6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2BAEF-3E41-1C3B-A5BD-0957478C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0747-60CA-D24F-ADA6-0C3BF0883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9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8A15-958C-53EF-B615-F2AD6DAB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5B2DD-13E1-2F9E-D57B-7E3D1311E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D3C1D-3B32-5D95-1954-FB12F0CC1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38600-1D21-90A9-EC86-13679784E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70D1-D0DF-DF40-A524-57EC8209BD1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217F9-6DD8-0BAA-FCBE-96D12591F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D45DF-9E70-BD2A-CB1A-724D6E0AA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0747-60CA-D24F-ADA6-0C3BF0883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78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3AB9B-F48E-8D22-0A0B-989F2F6C9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19819-CD46-BCB2-8759-7178A0BE7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ED9AA-7804-A95E-C915-A952F2503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F5F941-6E42-D863-160D-2CD631586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DB2392-E294-F449-33A6-6E2647B81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7FF31E-20C4-40A5-DAA6-27CAC3142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70D1-D0DF-DF40-A524-57EC8209BD1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20F043-C5EC-7B39-279F-C8201121A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5AB383-6BF9-FD49-871F-00B9ACC2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0747-60CA-D24F-ADA6-0C3BF0883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2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DEAA-452B-7296-D972-53D36493F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5613AB-3B2F-1AB3-0213-B1E7FF73E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70D1-D0DF-DF40-A524-57EC8209BD1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AECAF-7E98-B15B-FCF6-FE05A0DC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E8082-73AE-9812-C726-6BA92B27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0747-60CA-D24F-ADA6-0C3BF0883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15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7701E-6A69-87F2-55A1-7F8374140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70D1-D0DF-DF40-A524-57EC8209BD1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33A1A3-C57C-A406-AB78-3DA8A9B7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8A57C-5E61-BAB7-4FCA-653D95A15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0747-60CA-D24F-ADA6-0C3BF0883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5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8D58-FF3F-F91C-EB09-BE01609D0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78AA8-4428-A69A-AB22-23E4EF2A3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D3A12-1C53-4848-8301-7B58A931B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6E649-EC1C-C377-32A9-81FE1482E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70D1-D0DF-DF40-A524-57EC8209BD1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B8076-6153-6736-5F3F-7080B051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59B3A-7200-802A-4154-01499E58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0747-60CA-D24F-ADA6-0C3BF0883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7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5980A-122A-F6CD-0CED-B3DE44EED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309B00-16BB-96AE-5FE9-B8B3ABAB7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59673-3F86-60F8-1202-420C61FA6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228E2-8613-1F9B-77E6-862EC0E8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70D1-D0DF-DF40-A524-57EC8209BD1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99267-F3B6-9A78-8551-45F1E762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05A52-E653-663D-C26C-BFDB63DB3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0747-60CA-D24F-ADA6-0C3BF0883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56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4DD61-8DB1-D33F-BD61-BE112F58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CAEFA0-038B-DA31-C91A-332095C74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F8EC6-F158-FB20-9EF5-4053C10D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70D1-D0DF-DF40-A524-57EC8209BD1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6296B-A593-446E-7D82-0501B6A03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38A1D-FBCD-F3CF-30B2-03C6979A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0747-60CA-D24F-ADA6-0C3BF0883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53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918BE6-9134-A49E-7C18-C692F0875C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1C1C5-1DDB-BF76-5100-04058661C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8C4A8-782F-73DB-B093-361B1479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70D1-D0DF-DF40-A524-57EC8209BD1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736D5-13C9-5178-2816-31BCCE32D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FDA46-FA77-387A-51A3-B73DBCCE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0747-60CA-D24F-ADA6-0C3BF0883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75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B2E6AD-D438-B718-A237-B7F8ACC29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D15FC-7384-009A-A98B-ABF8C833D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A2BE0-9E28-7039-0708-412135CEF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470D1-D0DF-DF40-A524-57EC8209BD1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67D2E-C55F-C896-67A7-E94701F7E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CA821-8CDB-6F8F-FB44-46229DCE8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A0747-60CA-D24F-ADA6-0C3BF0883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8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207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Mathew, Rohan</dc:creator>
  <cp:lastModifiedBy>Mathew, Rohan</cp:lastModifiedBy>
  <cp:revision>1</cp:revision>
  <dcterms:created xsi:type="dcterms:W3CDTF">2025-09-26T10:19:33Z</dcterms:created>
  <dcterms:modified xsi:type="dcterms:W3CDTF">2025-09-26T13:37:04Z</dcterms:modified>
</cp:coreProperties>
</file>